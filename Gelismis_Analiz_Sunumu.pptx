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Gelişmiş Veri Analizi ve Kümeleme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Uçuş Segmentasyonu ve Varyans Analizi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Kümeleme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Fiyat ve Süre bazlı 4 ana segment oluşturuldu:</a:t>
            </a:r>
          </a:p>
          <a:p/>
          <a:p>
            <a:r>
              <a:t>- Cluster 3: En düşük varyans (Std: 3,777)</a:t>
            </a:r>
          </a:p>
          <a:p>
            <a:r>
              <a:t>- Kümeleme sonrası grup içi varyans %70'e varan oranlarda azaltıldı.</a:t>
            </a:r>
          </a:p>
          <a:p>
            <a:r>
              <a:t>- Bu sayede daha homojen fiyat grupları elde edildi.</a:t>
            </a:r>
          </a:p>
        </p:txBody>
      </p:sp>
      <p:pic>
        <p:nvPicPr>
          <p:cNvPr id="4" name="Picture 3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Grup Bazlı Fiyat Dağılımı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Yoğunluk (KDE) Grafiği Bulguları:</a:t>
            </a:r>
          </a:p>
          <a:p/>
          <a:p>
            <a:r>
              <a:t>- Her küme kendine özgü bir fiyat aralığını temsil eder.</a:t>
            </a:r>
          </a:p>
          <a:p>
            <a:r>
              <a:t>- Kümelerin ayrışması, segmentasyonun başarısını doğrulamaktadır.</a:t>
            </a:r>
          </a:p>
        </p:txBody>
      </p:sp>
      <p:pic>
        <p:nvPicPr>
          <p:cNvPr id="4" name="Picture 3" descr="cluster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Kabin Sınıfı Etkisi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Fiyat üzerindeki en büyük belirleyici:</a:t>
            </a:r>
          </a:p>
          <a:p/>
          <a:p>
            <a:r>
              <a:t>- Ekonomi ve Business sınıfları arasındaki keskin ayrım.</a:t>
            </a:r>
          </a:p>
          <a:p>
            <a:r>
              <a:t>- Business sınıfı kendi içinde daha yüksek varyansa sahiptir.</a:t>
            </a:r>
          </a:p>
        </p:txBody>
      </p:sp>
      <p:pic>
        <p:nvPicPr>
          <p:cNvPr id="4" name="Picture 3" descr="clas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