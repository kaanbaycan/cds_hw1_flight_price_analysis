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Uçuş Veri Seti Analiz Sunumu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 Bilimi Ödevi - Soru 2</a:t>
            </a:r>
          </a:p>
          <a:p>
            <a:r>
              <a:t>Analiz: Describe, Outlier, Correlation, Histogram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Temel İstatistikler (Describe)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Ortalama Fiyat: 20,889</a:t>
            </a:r>
          </a:p>
          <a:p>
            <a:r>
              <a:t>- Ortalama Süre: 12.22 Saat</a:t>
            </a:r>
          </a:p>
          <a:p>
            <a:r>
              <a:t>- Fiyat Standart Sapması: 22,697 (Yüksek varyans)</a:t>
            </a:r>
          </a:p>
          <a:p>
            <a:r>
              <a:t>- Minimum Fiyat: 1,105</a:t>
            </a:r>
          </a:p>
          <a:p>
            <a:r>
              <a:t>- Maksimum Fiyat: 123,071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Aykırı Değerler (IQR Yöntemi)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Duration (Süre): 2,110 aykırı değer tespit edildi.</a:t>
            </a:r>
          </a:p>
          <a:p>
            <a:r>
              <a:t>- Price (Fiyat): 123 aykırı değer tespit edildi.</a:t>
            </a:r>
          </a:p>
          <a:p>
            <a:r>
              <a:t>- Days Left: Aykırı değer saptanmadı.</a:t>
            </a:r>
          </a:p>
          <a:p/>
          <a:p>
            <a:r>
              <a:t>Yorum: Fiyattaki aykırı değerler muhtemelen business class veya son dakika biletlerinden kaynaklanmaktadır.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Değişkenler Arası Korelasyon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Süre &amp; Fiyat: 0.204 (Düşük Pozitif)</a:t>
            </a:r>
          </a:p>
          <a:p>
            <a:r>
              <a:t>- Kalan Gün &amp; Fiyat: -0.091 (Çok Düşük Negatif)</a:t>
            </a:r>
          </a:p>
          <a:p/>
          <a:p>
            <a:r>
              <a:t>Bulgu: Uçuş süresi arttıkça fiyatın artma eğilimi vardır ancak ilişki zayıftır. Kalan gün sayısı bu örneklemde fiyatı tek başına güçlü etkilememektedir.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Veri Dağılımı ve Görselleştirme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Duration: Sağdan çarpık dağılım.</a:t>
            </a:r>
          </a:p>
          <a:p>
            <a:r>
              <a:t>- Price: Bimodal (iki tepeli) dağılım eğilimi.</a:t>
            </a:r>
          </a:p>
          <a:p>
            <a:r>
              <a:t>- Days Left: Homojen (üniform) dağılım.</a:t>
            </a:r>
          </a:p>
        </p:txBody>
      </p:sp>
      <p:pic>
        <p:nvPicPr>
          <p:cNvPr id="4" name="Picture 3" descr="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